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68" r:id="rId6"/>
    <p:sldId id="264" r:id="rId7"/>
    <p:sldId id="269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4D1AC2-1238-41A1-B668-60ED47FD04DF}" v="92" dt="2025-11-30T09:17:26.8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ttari Sindhu" userId="0c8affc701fa6010" providerId="LiveId" clId="{B7071F86-EF7E-4237-8596-90003A2195B6}"/>
    <pc:docChg chg="undo custSel addSld delSld modSld sldOrd">
      <pc:chgData name="Chittari Sindhu" userId="0c8affc701fa6010" providerId="LiveId" clId="{B7071F86-EF7E-4237-8596-90003A2195B6}" dt="2025-11-30T09:17:50.975" v="650" actId="20577"/>
      <pc:docMkLst>
        <pc:docMk/>
      </pc:docMkLst>
      <pc:sldChg chg="addSp delSp modSp mod ord">
        <pc:chgData name="Chittari Sindhu" userId="0c8affc701fa6010" providerId="LiveId" clId="{B7071F86-EF7E-4237-8596-90003A2195B6}" dt="2025-11-30T08:55:39.931" v="600" actId="27636"/>
        <pc:sldMkLst>
          <pc:docMk/>
          <pc:sldMk cId="885931611" sldId="257"/>
        </pc:sldMkLst>
        <pc:spChg chg="mod">
          <ac:chgData name="Chittari Sindhu" userId="0c8affc701fa6010" providerId="LiveId" clId="{B7071F86-EF7E-4237-8596-90003A2195B6}" dt="2025-11-30T08:55:39.931" v="600" actId="27636"/>
          <ac:spMkLst>
            <pc:docMk/>
            <pc:sldMk cId="885931611" sldId="257"/>
            <ac:spMk id="2" creationId="{4293F99B-07D3-6236-E48A-EB602349E849}"/>
          </ac:spMkLst>
        </pc:spChg>
        <pc:spChg chg="mod">
          <ac:chgData name="Chittari Sindhu" userId="0c8affc701fa6010" providerId="LiveId" clId="{B7071F86-EF7E-4237-8596-90003A2195B6}" dt="2025-11-30T07:54:13.492" v="269" actId="113"/>
          <ac:spMkLst>
            <pc:docMk/>
            <pc:sldMk cId="885931611" sldId="257"/>
            <ac:spMk id="3" creationId="{2E3D812D-95A2-EA85-6D7E-DC8C1D6E757B}"/>
          </ac:spMkLst>
        </pc:spChg>
        <pc:picChg chg="add del mod">
          <ac:chgData name="Chittari Sindhu" userId="0c8affc701fa6010" providerId="LiveId" clId="{B7071F86-EF7E-4237-8596-90003A2195B6}" dt="2025-11-30T08:05:38.860" v="283" actId="21"/>
          <ac:picMkLst>
            <pc:docMk/>
            <pc:sldMk cId="885931611" sldId="257"/>
            <ac:picMk id="5" creationId="{4A5122FE-A910-AFE4-4781-E1EE05CDDF36}"/>
          </ac:picMkLst>
        </pc:picChg>
        <pc:picChg chg="add mod">
          <ac:chgData name="Chittari Sindhu" userId="0c8affc701fa6010" providerId="LiveId" clId="{B7071F86-EF7E-4237-8596-90003A2195B6}" dt="2025-11-30T08:07:28.577" v="294" actId="14100"/>
          <ac:picMkLst>
            <pc:docMk/>
            <pc:sldMk cId="885931611" sldId="257"/>
            <ac:picMk id="6" creationId="{CCCDE652-2582-8002-C91F-E2455E085005}"/>
          </ac:picMkLst>
        </pc:picChg>
        <pc:picChg chg="add mod">
          <ac:chgData name="Chittari Sindhu" userId="0c8affc701fa6010" providerId="LiveId" clId="{B7071F86-EF7E-4237-8596-90003A2195B6}" dt="2025-11-30T08:07:37.703" v="297" actId="14100"/>
          <ac:picMkLst>
            <pc:docMk/>
            <pc:sldMk cId="885931611" sldId="257"/>
            <ac:picMk id="7" creationId="{2B305B3E-4A3E-BB24-1678-6CA234C140D6}"/>
          </ac:picMkLst>
        </pc:picChg>
        <pc:picChg chg="add mod">
          <ac:chgData name="Chittari Sindhu" userId="0c8affc701fa6010" providerId="LiveId" clId="{B7071F86-EF7E-4237-8596-90003A2195B6}" dt="2025-11-30T08:09:32.980" v="308" actId="14100"/>
          <ac:picMkLst>
            <pc:docMk/>
            <pc:sldMk cId="885931611" sldId="257"/>
            <ac:picMk id="8" creationId="{0A5B7BA8-B6DC-75BC-E192-D7EA07A3C111}"/>
          </ac:picMkLst>
        </pc:picChg>
        <pc:picChg chg="add mod">
          <ac:chgData name="Chittari Sindhu" userId="0c8affc701fa6010" providerId="LiveId" clId="{B7071F86-EF7E-4237-8596-90003A2195B6}" dt="2025-11-30T08:09:29.176" v="307" actId="1076"/>
          <ac:picMkLst>
            <pc:docMk/>
            <pc:sldMk cId="885931611" sldId="257"/>
            <ac:picMk id="9" creationId="{7411C8BE-5BF4-195D-F835-6A27D6965D42}"/>
          </ac:picMkLst>
        </pc:picChg>
      </pc:sldChg>
      <pc:sldChg chg="modSp del mod">
        <pc:chgData name="Chittari Sindhu" userId="0c8affc701fa6010" providerId="LiveId" clId="{B7071F86-EF7E-4237-8596-90003A2195B6}" dt="2025-11-30T08:19:12.029" v="314" actId="2696"/>
        <pc:sldMkLst>
          <pc:docMk/>
          <pc:sldMk cId="360387306" sldId="258"/>
        </pc:sldMkLst>
        <pc:spChg chg="mod">
          <ac:chgData name="Chittari Sindhu" userId="0c8affc701fa6010" providerId="LiveId" clId="{B7071F86-EF7E-4237-8596-90003A2195B6}" dt="2025-11-30T08:16:53.489" v="312" actId="2711"/>
          <ac:spMkLst>
            <pc:docMk/>
            <pc:sldMk cId="360387306" sldId="258"/>
            <ac:spMk id="2" creationId="{66F315EE-812B-4306-FC10-9A5888F6303E}"/>
          </ac:spMkLst>
        </pc:spChg>
      </pc:sldChg>
      <pc:sldChg chg="add del">
        <pc:chgData name="Chittari Sindhu" userId="0c8affc701fa6010" providerId="LiveId" clId="{B7071F86-EF7E-4237-8596-90003A2195B6}" dt="2025-11-30T08:44:52.219" v="543" actId="2696"/>
        <pc:sldMkLst>
          <pc:docMk/>
          <pc:sldMk cId="2936217442" sldId="258"/>
        </pc:sldMkLst>
      </pc:sldChg>
      <pc:sldChg chg="addSp delSp modSp add del mod ord">
        <pc:chgData name="Chittari Sindhu" userId="0c8affc701fa6010" providerId="LiveId" clId="{B7071F86-EF7E-4237-8596-90003A2195B6}" dt="2025-11-30T08:44:58.333" v="544" actId="2696"/>
        <pc:sldMkLst>
          <pc:docMk/>
          <pc:sldMk cId="1151716644" sldId="260"/>
        </pc:sldMkLst>
      </pc:sldChg>
      <pc:sldChg chg="addSp delSp modSp add del mod">
        <pc:chgData name="Chittari Sindhu" userId="0c8affc701fa6010" providerId="LiveId" clId="{B7071F86-EF7E-4237-8596-90003A2195B6}" dt="2025-11-30T08:45:01.230" v="545" actId="2696"/>
        <pc:sldMkLst>
          <pc:docMk/>
          <pc:sldMk cId="4164428500" sldId="261"/>
        </pc:sldMkLst>
      </pc:sldChg>
      <pc:sldChg chg="addSp delSp modSp add del mod">
        <pc:chgData name="Chittari Sindhu" userId="0c8affc701fa6010" providerId="LiveId" clId="{B7071F86-EF7E-4237-8596-90003A2195B6}" dt="2025-11-30T08:45:04.203" v="546" actId="2696"/>
        <pc:sldMkLst>
          <pc:docMk/>
          <pc:sldMk cId="249287585" sldId="262"/>
        </pc:sldMkLst>
        <pc:spChg chg="add mod">
          <ac:chgData name="Chittari Sindhu" userId="0c8affc701fa6010" providerId="LiveId" clId="{B7071F86-EF7E-4237-8596-90003A2195B6}" dt="2025-11-29T18:56:58.452" v="235" actId="255"/>
          <ac:spMkLst>
            <pc:docMk/>
            <pc:sldMk cId="249287585" sldId="262"/>
            <ac:spMk id="4" creationId="{84816E95-1927-F475-48EC-A81178029091}"/>
          </ac:spMkLst>
        </pc:spChg>
      </pc:sldChg>
      <pc:sldChg chg="add del">
        <pc:chgData name="Chittari Sindhu" userId="0c8affc701fa6010" providerId="LiveId" clId="{B7071F86-EF7E-4237-8596-90003A2195B6}" dt="2025-11-30T08:45:27.828" v="550"/>
        <pc:sldMkLst>
          <pc:docMk/>
          <pc:sldMk cId="1616821272" sldId="263"/>
        </pc:sldMkLst>
      </pc:sldChg>
      <pc:sldChg chg="addSp delSp modSp add del mod">
        <pc:chgData name="Chittari Sindhu" userId="0c8affc701fa6010" providerId="LiveId" clId="{B7071F86-EF7E-4237-8596-90003A2195B6}" dt="2025-11-30T08:45:08.074" v="547" actId="2696"/>
        <pc:sldMkLst>
          <pc:docMk/>
          <pc:sldMk cId="3286604098" sldId="263"/>
        </pc:sldMkLst>
      </pc:sldChg>
      <pc:sldChg chg="addSp delSp modSp add mod ord">
        <pc:chgData name="Chittari Sindhu" userId="0c8affc701fa6010" providerId="LiveId" clId="{B7071F86-EF7E-4237-8596-90003A2195B6}" dt="2025-11-30T09:16:17.009" v="631" actId="2711"/>
        <pc:sldMkLst>
          <pc:docMk/>
          <pc:sldMk cId="1917427923" sldId="264"/>
        </pc:sldMkLst>
        <pc:spChg chg="mod">
          <ac:chgData name="Chittari Sindhu" userId="0c8affc701fa6010" providerId="LiveId" clId="{B7071F86-EF7E-4237-8596-90003A2195B6}" dt="2025-11-30T09:15:57.522" v="629" actId="20577"/>
          <ac:spMkLst>
            <pc:docMk/>
            <pc:sldMk cId="1917427923" sldId="264"/>
            <ac:spMk id="2" creationId="{1E047C50-4256-260C-2766-7529CED79E27}"/>
          </ac:spMkLst>
        </pc:spChg>
        <pc:spChg chg="add mod">
          <ac:chgData name="Chittari Sindhu" userId="0c8affc701fa6010" providerId="LiveId" clId="{B7071F86-EF7E-4237-8596-90003A2195B6}" dt="2025-11-30T09:16:17.009" v="631" actId="2711"/>
          <ac:spMkLst>
            <pc:docMk/>
            <pc:sldMk cId="1917427923" sldId="264"/>
            <ac:spMk id="4" creationId="{5DDEDAE3-4BE9-540B-E195-DA0B43D0E893}"/>
          </ac:spMkLst>
        </pc:spChg>
      </pc:sldChg>
      <pc:sldChg chg="addSp delSp modSp add mod">
        <pc:chgData name="Chittari Sindhu" userId="0c8affc701fa6010" providerId="LiveId" clId="{B7071F86-EF7E-4237-8596-90003A2195B6}" dt="2025-11-28T18:14:07.548" v="147" actId="478"/>
        <pc:sldMkLst>
          <pc:docMk/>
          <pc:sldMk cId="172260509" sldId="265"/>
        </pc:sldMkLst>
        <pc:spChg chg="add del mod">
          <ac:chgData name="Chittari Sindhu" userId="0c8affc701fa6010" providerId="LiveId" clId="{B7071F86-EF7E-4237-8596-90003A2195B6}" dt="2025-11-28T18:13:52.555" v="145" actId="1076"/>
          <ac:spMkLst>
            <pc:docMk/>
            <pc:sldMk cId="172260509" sldId="265"/>
            <ac:spMk id="4" creationId="{0524FACB-6379-61E3-2A3F-8340FFCB255F}"/>
          </ac:spMkLst>
        </pc:spChg>
      </pc:sldChg>
      <pc:sldChg chg="addSp delSp modSp add mod">
        <pc:chgData name="Chittari Sindhu" userId="0c8affc701fa6010" providerId="LiveId" clId="{B7071F86-EF7E-4237-8596-90003A2195B6}" dt="2025-11-30T08:55:16.410" v="597" actId="1076"/>
        <pc:sldMkLst>
          <pc:docMk/>
          <pc:sldMk cId="562015948" sldId="266"/>
        </pc:sldMkLst>
        <pc:spChg chg="del mod">
          <ac:chgData name="Chittari Sindhu" userId="0c8affc701fa6010" providerId="LiveId" clId="{B7071F86-EF7E-4237-8596-90003A2195B6}" dt="2025-11-30T08:29:02.933" v="409" actId="478"/>
          <ac:spMkLst>
            <pc:docMk/>
            <pc:sldMk cId="562015948" sldId="266"/>
            <ac:spMk id="2" creationId="{EFEBCE4A-4FF5-8F90-5A6B-908FA79663B2}"/>
          </ac:spMkLst>
        </pc:spChg>
        <pc:spChg chg="add del mod">
          <ac:chgData name="Chittari Sindhu" userId="0c8affc701fa6010" providerId="LiveId" clId="{B7071F86-EF7E-4237-8596-90003A2195B6}" dt="2025-11-30T08:21:32.646" v="343" actId="478"/>
          <ac:spMkLst>
            <pc:docMk/>
            <pc:sldMk cId="562015948" sldId="266"/>
            <ac:spMk id="3" creationId="{83A64520-6947-A144-A593-20E6A44AC776}"/>
          </ac:spMkLst>
        </pc:spChg>
        <pc:spChg chg="add mod">
          <ac:chgData name="Chittari Sindhu" userId="0c8affc701fa6010" providerId="LiveId" clId="{B7071F86-EF7E-4237-8596-90003A2195B6}" dt="2025-11-30T08:26:30.996" v="381" actId="1076"/>
          <ac:spMkLst>
            <pc:docMk/>
            <pc:sldMk cId="562015948" sldId="266"/>
            <ac:spMk id="4" creationId="{E0BE6DCB-1350-03BB-9ADF-4A585181F12B}"/>
          </ac:spMkLst>
        </pc:spChg>
        <pc:spChg chg="add del mod">
          <ac:chgData name="Chittari Sindhu" userId="0c8affc701fa6010" providerId="LiveId" clId="{B7071F86-EF7E-4237-8596-90003A2195B6}" dt="2025-11-30T08:21:08.259" v="338" actId="478"/>
          <ac:spMkLst>
            <pc:docMk/>
            <pc:sldMk cId="562015948" sldId="266"/>
            <ac:spMk id="10" creationId="{3695DF8B-9982-3FE8-B747-B47DE0925C18}"/>
          </ac:spMkLst>
        </pc:spChg>
        <pc:spChg chg="add del mod">
          <ac:chgData name="Chittari Sindhu" userId="0c8affc701fa6010" providerId="LiveId" clId="{B7071F86-EF7E-4237-8596-90003A2195B6}" dt="2025-11-30T08:22:28.720" v="348" actId="478"/>
          <ac:spMkLst>
            <pc:docMk/>
            <pc:sldMk cId="562015948" sldId="266"/>
            <ac:spMk id="12" creationId="{512CDFDE-8D86-BE84-CA54-016889EEE8B3}"/>
          </ac:spMkLst>
        </pc:spChg>
        <pc:spChg chg="add mod">
          <ac:chgData name="Chittari Sindhu" userId="0c8affc701fa6010" providerId="LiveId" clId="{B7071F86-EF7E-4237-8596-90003A2195B6}" dt="2025-11-30T08:54:58.031" v="595" actId="255"/>
          <ac:spMkLst>
            <pc:docMk/>
            <pc:sldMk cId="562015948" sldId="266"/>
            <ac:spMk id="15" creationId="{3D4BD124-FB28-AF19-7011-AD990AC74E48}"/>
          </ac:spMkLst>
        </pc:spChg>
        <pc:spChg chg="add mod">
          <ac:chgData name="Chittari Sindhu" userId="0c8affc701fa6010" providerId="LiveId" clId="{B7071F86-EF7E-4237-8596-90003A2195B6}" dt="2025-11-30T08:55:07.500" v="596" actId="255"/>
          <ac:spMkLst>
            <pc:docMk/>
            <pc:sldMk cId="562015948" sldId="266"/>
            <ac:spMk id="17" creationId="{69BA490C-D631-F94D-8B93-BB1FB3B5F7F9}"/>
          </ac:spMkLst>
        </pc:spChg>
        <pc:spChg chg="add del mod">
          <ac:chgData name="Chittari Sindhu" userId="0c8affc701fa6010" providerId="LiveId" clId="{B7071F86-EF7E-4237-8596-90003A2195B6}" dt="2025-11-30T08:29:26.342" v="411" actId="478"/>
          <ac:spMkLst>
            <pc:docMk/>
            <pc:sldMk cId="562015948" sldId="266"/>
            <ac:spMk id="19" creationId="{13E7ED88-E556-2EB7-D81E-961F73491B8E}"/>
          </ac:spMkLst>
        </pc:spChg>
        <pc:spChg chg="add mod">
          <ac:chgData name="Chittari Sindhu" userId="0c8affc701fa6010" providerId="LiveId" clId="{B7071F86-EF7E-4237-8596-90003A2195B6}" dt="2025-11-30T08:29:41.484" v="414" actId="14100"/>
          <ac:spMkLst>
            <pc:docMk/>
            <pc:sldMk cId="562015948" sldId="266"/>
            <ac:spMk id="21" creationId="{77E6C17C-35B9-862B-2C02-7E42E71F8E11}"/>
          </ac:spMkLst>
        </pc:spChg>
        <pc:spChg chg="add mod">
          <ac:chgData name="Chittari Sindhu" userId="0c8affc701fa6010" providerId="LiveId" clId="{B7071F86-EF7E-4237-8596-90003A2195B6}" dt="2025-11-30T08:55:16.410" v="597" actId="1076"/>
          <ac:spMkLst>
            <pc:docMk/>
            <pc:sldMk cId="562015948" sldId="266"/>
            <ac:spMk id="23" creationId="{81C5E449-C4E6-8884-4A5F-C5F7797D7AF9}"/>
          </ac:spMkLst>
        </pc:spChg>
        <pc:graphicFrameChg chg="add mod modGraphic">
          <ac:chgData name="Chittari Sindhu" userId="0c8affc701fa6010" providerId="LiveId" clId="{B7071F86-EF7E-4237-8596-90003A2195B6}" dt="2025-11-30T08:26:39.282" v="382" actId="1076"/>
          <ac:graphicFrameMkLst>
            <pc:docMk/>
            <pc:sldMk cId="562015948" sldId="266"/>
            <ac:graphicFrameMk id="13" creationId="{F60B25DF-7FF6-AAC3-CA47-CCDF6F584A28}"/>
          </ac:graphicFrameMkLst>
        </pc:graphicFrameChg>
        <pc:picChg chg="del mod">
          <ac:chgData name="Chittari Sindhu" userId="0c8affc701fa6010" providerId="LiveId" clId="{B7071F86-EF7E-4237-8596-90003A2195B6}" dt="2025-11-30T08:19:56.457" v="321" actId="21"/>
          <ac:picMkLst>
            <pc:docMk/>
            <pc:sldMk cId="562015948" sldId="266"/>
            <ac:picMk id="6" creationId="{C215FACB-0C24-0C87-8C53-88C0419B3F87}"/>
          </ac:picMkLst>
        </pc:picChg>
        <pc:picChg chg="del">
          <ac:chgData name="Chittari Sindhu" userId="0c8affc701fa6010" providerId="LiveId" clId="{B7071F86-EF7E-4237-8596-90003A2195B6}" dt="2025-11-30T08:19:58.221" v="322" actId="21"/>
          <ac:picMkLst>
            <pc:docMk/>
            <pc:sldMk cId="562015948" sldId="266"/>
            <ac:picMk id="7" creationId="{4034DDB8-C796-55A8-C84C-A91B09DB73F9}"/>
          </ac:picMkLst>
        </pc:picChg>
        <pc:picChg chg="del">
          <ac:chgData name="Chittari Sindhu" userId="0c8affc701fa6010" providerId="LiveId" clId="{B7071F86-EF7E-4237-8596-90003A2195B6}" dt="2025-11-30T08:20:00.024" v="323" actId="21"/>
          <ac:picMkLst>
            <pc:docMk/>
            <pc:sldMk cId="562015948" sldId="266"/>
            <ac:picMk id="8" creationId="{EE67C779-11BA-9F7B-B54F-90387DCBBF3E}"/>
          </ac:picMkLst>
        </pc:picChg>
        <pc:picChg chg="del">
          <ac:chgData name="Chittari Sindhu" userId="0c8affc701fa6010" providerId="LiveId" clId="{B7071F86-EF7E-4237-8596-90003A2195B6}" dt="2025-11-30T08:22:23.368" v="347" actId="478"/>
          <ac:picMkLst>
            <pc:docMk/>
            <pc:sldMk cId="562015948" sldId="266"/>
            <ac:picMk id="9" creationId="{3133567C-1D45-7B49-C479-7F17714D0608}"/>
          </ac:picMkLst>
        </pc:picChg>
        <pc:picChg chg="add mod">
          <ac:chgData name="Chittari Sindhu" userId="0c8affc701fa6010" providerId="LiveId" clId="{B7071F86-EF7E-4237-8596-90003A2195B6}" dt="2025-11-30T08:31:20.208" v="430" actId="14100"/>
          <ac:picMkLst>
            <pc:docMk/>
            <pc:sldMk cId="562015948" sldId="266"/>
            <ac:picMk id="24" creationId="{D19D4FA5-1DEA-1AB2-089D-408787F51CC3}"/>
          </ac:picMkLst>
        </pc:picChg>
        <pc:picChg chg="add mod">
          <ac:chgData name="Chittari Sindhu" userId="0c8affc701fa6010" providerId="LiveId" clId="{B7071F86-EF7E-4237-8596-90003A2195B6}" dt="2025-11-30T08:32:42.144" v="436" actId="1076"/>
          <ac:picMkLst>
            <pc:docMk/>
            <pc:sldMk cId="562015948" sldId="266"/>
            <ac:picMk id="26" creationId="{6F942EBD-C5FD-5E7A-1B51-599B47EBAB6D}"/>
          </ac:picMkLst>
        </pc:picChg>
        <pc:picChg chg="add del">
          <ac:chgData name="Chittari Sindhu" userId="0c8affc701fa6010" providerId="LiveId" clId="{B7071F86-EF7E-4237-8596-90003A2195B6}" dt="2025-11-30T08:32:46.352" v="438" actId="22"/>
          <ac:picMkLst>
            <pc:docMk/>
            <pc:sldMk cId="562015948" sldId="266"/>
            <ac:picMk id="28" creationId="{EC8E58A8-2B5E-A330-C4A2-AF8965D18E88}"/>
          </ac:picMkLst>
        </pc:picChg>
      </pc:sldChg>
      <pc:sldChg chg="addSp delSp modSp add mod">
        <pc:chgData name="Chittari Sindhu" userId="0c8affc701fa6010" providerId="LiveId" clId="{B7071F86-EF7E-4237-8596-90003A2195B6}" dt="2025-11-30T09:11:43.942" v="602" actId="20577"/>
        <pc:sldMkLst>
          <pc:docMk/>
          <pc:sldMk cId="1477396885" sldId="267"/>
        </pc:sldMkLst>
        <pc:spChg chg="add mod">
          <ac:chgData name="Chittari Sindhu" userId="0c8affc701fa6010" providerId="LiveId" clId="{B7071F86-EF7E-4237-8596-90003A2195B6}" dt="2025-11-30T08:55:26.722" v="598" actId="255"/>
          <ac:spMkLst>
            <pc:docMk/>
            <pc:sldMk cId="1477396885" sldId="267"/>
            <ac:spMk id="3" creationId="{05547ED0-B108-ACBB-96E9-7747AD51D43E}"/>
          </ac:spMkLst>
        </pc:spChg>
        <pc:spChg chg="del">
          <ac:chgData name="Chittari Sindhu" userId="0c8affc701fa6010" providerId="LiveId" clId="{B7071F86-EF7E-4237-8596-90003A2195B6}" dt="2025-11-30T08:37:22.886" v="475" actId="478"/>
          <ac:spMkLst>
            <pc:docMk/>
            <pc:sldMk cId="1477396885" sldId="267"/>
            <ac:spMk id="4" creationId="{03B58394-3B53-480A-134C-8285F2936651}"/>
          </ac:spMkLst>
        </pc:spChg>
        <pc:spChg chg="add mod">
          <ac:chgData name="Chittari Sindhu" userId="0c8affc701fa6010" providerId="LiveId" clId="{B7071F86-EF7E-4237-8596-90003A2195B6}" dt="2025-11-30T09:11:43.942" v="602" actId="20577"/>
          <ac:spMkLst>
            <pc:docMk/>
            <pc:sldMk cId="1477396885" sldId="267"/>
            <ac:spMk id="6" creationId="{A87C43D3-182D-3D6A-3AF7-4237B93A99BC}"/>
          </ac:spMkLst>
        </pc:spChg>
        <pc:spChg chg="del">
          <ac:chgData name="Chittari Sindhu" userId="0c8affc701fa6010" providerId="LiveId" clId="{B7071F86-EF7E-4237-8596-90003A2195B6}" dt="2025-11-30T08:37:28.247" v="476" actId="478"/>
          <ac:spMkLst>
            <pc:docMk/>
            <pc:sldMk cId="1477396885" sldId="267"/>
            <ac:spMk id="15" creationId="{0E94BE8E-AAF0-3B61-3092-435509265BA5}"/>
          </ac:spMkLst>
        </pc:spChg>
        <pc:spChg chg="del">
          <ac:chgData name="Chittari Sindhu" userId="0c8affc701fa6010" providerId="LiveId" clId="{B7071F86-EF7E-4237-8596-90003A2195B6}" dt="2025-11-30T08:37:35.838" v="478" actId="478"/>
          <ac:spMkLst>
            <pc:docMk/>
            <pc:sldMk cId="1477396885" sldId="267"/>
            <ac:spMk id="17" creationId="{682C04E9-281F-5E7B-F0E5-732C92BBE58E}"/>
          </ac:spMkLst>
        </pc:spChg>
        <pc:spChg chg="mod">
          <ac:chgData name="Chittari Sindhu" userId="0c8affc701fa6010" providerId="LiveId" clId="{B7071F86-EF7E-4237-8596-90003A2195B6}" dt="2025-11-30T08:35:43.892" v="473" actId="2711"/>
          <ac:spMkLst>
            <pc:docMk/>
            <pc:sldMk cId="1477396885" sldId="267"/>
            <ac:spMk id="21" creationId="{ADD40D56-3FC4-2257-2EBD-0CD6FD06462F}"/>
          </ac:spMkLst>
        </pc:spChg>
        <pc:spChg chg="del">
          <ac:chgData name="Chittari Sindhu" userId="0c8affc701fa6010" providerId="LiveId" clId="{B7071F86-EF7E-4237-8596-90003A2195B6}" dt="2025-11-30T08:37:32.148" v="477" actId="478"/>
          <ac:spMkLst>
            <pc:docMk/>
            <pc:sldMk cId="1477396885" sldId="267"/>
            <ac:spMk id="23" creationId="{BBE39D75-5CF9-8343-8EB5-BF7A33C115FC}"/>
          </ac:spMkLst>
        </pc:spChg>
        <pc:graphicFrameChg chg="add mod modGraphic">
          <ac:chgData name="Chittari Sindhu" userId="0c8affc701fa6010" providerId="LiveId" clId="{B7071F86-EF7E-4237-8596-90003A2195B6}" dt="2025-11-30T08:41:42.634" v="534" actId="1076"/>
          <ac:graphicFrameMkLst>
            <pc:docMk/>
            <pc:sldMk cId="1477396885" sldId="267"/>
            <ac:graphicFrameMk id="2" creationId="{B50D9F3A-D87F-23A8-DA47-0D45311A8862}"/>
          </ac:graphicFrameMkLst>
        </pc:graphicFrameChg>
        <pc:graphicFrameChg chg="del">
          <ac:chgData name="Chittari Sindhu" userId="0c8affc701fa6010" providerId="LiveId" clId="{B7071F86-EF7E-4237-8596-90003A2195B6}" dt="2025-11-30T08:37:15.489" v="474" actId="478"/>
          <ac:graphicFrameMkLst>
            <pc:docMk/>
            <pc:sldMk cId="1477396885" sldId="267"/>
            <ac:graphicFrameMk id="13" creationId="{9ABB6FF3-CFC6-EC87-927B-FABF2B4FB20F}"/>
          </ac:graphicFrameMkLst>
        </pc:graphicFrameChg>
        <pc:picChg chg="del">
          <ac:chgData name="Chittari Sindhu" userId="0c8affc701fa6010" providerId="LiveId" clId="{B7071F86-EF7E-4237-8596-90003A2195B6}" dt="2025-11-30T08:37:40.805" v="480" actId="478"/>
          <ac:picMkLst>
            <pc:docMk/>
            <pc:sldMk cId="1477396885" sldId="267"/>
            <ac:picMk id="24" creationId="{BF64E128-2453-BDBE-E4A3-6123BE2A5AED}"/>
          </ac:picMkLst>
        </pc:picChg>
        <pc:picChg chg="del">
          <ac:chgData name="Chittari Sindhu" userId="0c8affc701fa6010" providerId="LiveId" clId="{B7071F86-EF7E-4237-8596-90003A2195B6}" dt="2025-11-30T08:37:42.349" v="481" actId="478"/>
          <ac:picMkLst>
            <pc:docMk/>
            <pc:sldMk cId="1477396885" sldId="267"/>
            <ac:picMk id="26" creationId="{2832424F-AD64-1D90-2133-8A6BC157F98C}"/>
          </ac:picMkLst>
        </pc:picChg>
      </pc:sldChg>
      <pc:sldChg chg="addSp delSp modSp add mod">
        <pc:chgData name="Chittari Sindhu" userId="0c8affc701fa6010" providerId="LiveId" clId="{B7071F86-EF7E-4237-8596-90003A2195B6}" dt="2025-11-30T08:47:42.048" v="574" actId="14100"/>
        <pc:sldMkLst>
          <pc:docMk/>
          <pc:sldMk cId="3607924276" sldId="268"/>
        </pc:sldMkLst>
        <pc:spChg chg="del">
          <ac:chgData name="Chittari Sindhu" userId="0c8affc701fa6010" providerId="LiveId" clId="{B7071F86-EF7E-4237-8596-90003A2195B6}" dt="2025-11-30T08:45:54.136" v="553" actId="478"/>
          <ac:spMkLst>
            <pc:docMk/>
            <pc:sldMk cId="3607924276" sldId="268"/>
            <ac:spMk id="3" creationId="{5D867988-DE32-4BDB-D544-DD939A5EEDC9}"/>
          </ac:spMkLst>
        </pc:spChg>
        <pc:spChg chg="del">
          <ac:chgData name="Chittari Sindhu" userId="0c8affc701fa6010" providerId="LiveId" clId="{B7071F86-EF7E-4237-8596-90003A2195B6}" dt="2025-11-30T08:46:02.243" v="555" actId="478"/>
          <ac:spMkLst>
            <pc:docMk/>
            <pc:sldMk cId="3607924276" sldId="268"/>
            <ac:spMk id="6" creationId="{ECD7CC47-706A-8FB7-0373-5D8449A7E75E}"/>
          </ac:spMkLst>
        </pc:spChg>
        <pc:spChg chg="mod">
          <ac:chgData name="Chittari Sindhu" userId="0c8affc701fa6010" providerId="LiveId" clId="{B7071F86-EF7E-4237-8596-90003A2195B6}" dt="2025-11-30T08:45:45.558" v="552" actId="2711"/>
          <ac:spMkLst>
            <pc:docMk/>
            <pc:sldMk cId="3607924276" sldId="268"/>
            <ac:spMk id="21" creationId="{B2B5298F-8F9D-5EA7-BE1A-65D7FA99F655}"/>
          </ac:spMkLst>
        </pc:spChg>
        <pc:graphicFrameChg chg="del">
          <ac:chgData name="Chittari Sindhu" userId="0c8affc701fa6010" providerId="LiveId" clId="{B7071F86-EF7E-4237-8596-90003A2195B6}" dt="2025-11-30T08:45:58.561" v="554" actId="478"/>
          <ac:graphicFrameMkLst>
            <pc:docMk/>
            <pc:sldMk cId="3607924276" sldId="268"/>
            <ac:graphicFrameMk id="2" creationId="{6948F3A7-F3A8-CEE2-4F91-81E495EE346F}"/>
          </ac:graphicFrameMkLst>
        </pc:graphicFrameChg>
        <pc:graphicFrameChg chg="add mod">
          <ac:chgData name="Chittari Sindhu" userId="0c8affc701fa6010" providerId="LiveId" clId="{B7071F86-EF7E-4237-8596-90003A2195B6}" dt="2025-11-30T08:46:11.297" v="556"/>
          <ac:graphicFrameMkLst>
            <pc:docMk/>
            <pc:sldMk cId="3607924276" sldId="268"/>
            <ac:graphicFrameMk id="4" creationId="{A22EF288-3462-8EEF-226A-C619A85B7213}"/>
          </ac:graphicFrameMkLst>
        </pc:graphicFrameChg>
        <pc:graphicFrameChg chg="add mod">
          <ac:chgData name="Chittari Sindhu" userId="0c8affc701fa6010" providerId="LiveId" clId="{B7071F86-EF7E-4237-8596-90003A2195B6}" dt="2025-11-30T08:46:11.297" v="556"/>
          <ac:graphicFrameMkLst>
            <pc:docMk/>
            <pc:sldMk cId="3607924276" sldId="268"/>
            <ac:graphicFrameMk id="5" creationId="{CB33B505-D122-D0CB-02BA-73BA6780EA7B}"/>
          </ac:graphicFrameMkLst>
        </pc:graphicFrameChg>
        <pc:graphicFrameChg chg="add mod">
          <ac:chgData name="Chittari Sindhu" userId="0c8affc701fa6010" providerId="LiveId" clId="{B7071F86-EF7E-4237-8596-90003A2195B6}" dt="2025-11-30T08:46:11.297" v="556"/>
          <ac:graphicFrameMkLst>
            <pc:docMk/>
            <pc:sldMk cId="3607924276" sldId="268"/>
            <ac:graphicFrameMk id="7" creationId="{F6DA9A5F-5224-4F38-6542-29843F982ECF}"/>
          </ac:graphicFrameMkLst>
        </pc:graphicFrameChg>
        <pc:graphicFrameChg chg="add mod">
          <ac:chgData name="Chittari Sindhu" userId="0c8affc701fa6010" providerId="LiveId" clId="{B7071F86-EF7E-4237-8596-90003A2195B6}" dt="2025-11-30T08:46:11.297" v="556"/>
          <ac:graphicFrameMkLst>
            <pc:docMk/>
            <pc:sldMk cId="3607924276" sldId="268"/>
            <ac:graphicFrameMk id="8" creationId="{5311218A-6E5C-F169-2DA2-9624186744CC}"/>
          </ac:graphicFrameMkLst>
        </pc:graphicFrameChg>
        <pc:graphicFrameChg chg="add mod">
          <ac:chgData name="Chittari Sindhu" userId="0c8affc701fa6010" providerId="LiveId" clId="{B7071F86-EF7E-4237-8596-90003A2195B6}" dt="2025-11-30T08:46:11.297" v="556"/>
          <ac:graphicFrameMkLst>
            <pc:docMk/>
            <pc:sldMk cId="3607924276" sldId="268"/>
            <ac:graphicFrameMk id="9" creationId="{2A8A1B5D-FF0F-7972-5170-93012DA61B85}"/>
          </ac:graphicFrameMkLst>
        </pc:graphicFrameChg>
        <pc:graphicFrameChg chg="add mod">
          <ac:chgData name="Chittari Sindhu" userId="0c8affc701fa6010" providerId="LiveId" clId="{B7071F86-EF7E-4237-8596-90003A2195B6}" dt="2025-11-30T08:46:11.297" v="556"/>
          <ac:graphicFrameMkLst>
            <pc:docMk/>
            <pc:sldMk cId="3607924276" sldId="268"/>
            <ac:graphicFrameMk id="10" creationId="{A36C64ED-937F-E18A-8D3C-ECEC795CF008}"/>
          </ac:graphicFrameMkLst>
        </pc:graphicFrameChg>
        <pc:graphicFrameChg chg="add mod modGraphic">
          <ac:chgData name="Chittari Sindhu" userId="0c8affc701fa6010" providerId="LiveId" clId="{B7071F86-EF7E-4237-8596-90003A2195B6}" dt="2025-11-30T08:46:21.086" v="560" actId="14100"/>
          <ac:graphicFrameMkLst>
            <pc:docMk/>
            <pc:sldMk cId="3607924276" sldId="268"/>
            <ac:graphicFrameMk id="11" creationId="{C60C2D75-7B55-D996-154E-489B34A911BB}"/>
          </ac:graphicFrameMkLst>
        </pc:graphicFrameChg>
        <pc:graphicFrameChg chg="add mod modGraphic">
          <ac:chgData name="Chittari Sindhu" userId="0c8affc701fa6010" providerId="LiveId" clId="{B7071F86-EF7E-4237-8596-90003A2195B6}" dt="2025-11-30T08:47:42.048" v="574" actId="14100"/>
          <ac:graphicFrameMkLst>
            <pc:docMk/>
            <pc:sldMk cId="3607924276" sldId="268"/>
            <ac:graphicFrameMk id="12" creationId="{2F39A29F-DF6F-3032-FB89-63B1FD5209C3}"/>
          </ac:graphicFrameMkLst>
        </pc:graphicFrameChg>
      </pc:sldChg>
      <pc:sldChg chg="modSp add mod">
        <pc:chgData name="Chittari Sindhu" userId="0c8affc701fa6010" providerId="LiveId" clId="{B7071F86-EF7E-4237-8596-90003A2195B6}" dt="2025-11-30T09:17:50.975" v="650" actId="20577"/>
        <pc:sldMkLst>
          <pc:docMk/>
          <pc:sldMk cId="313863154" sldId="269"/>
        </pc:sldMkLst>
        <pc:spChg chg="mod">
          <ac:chgData name="Chittari Sindhu" userId="0c8affc701fa6010" providerId="LiveId" clId="{B7071F86-EF7E-4237-8596-90003A2195B6}" dt="2025-11-30T09:13:17.231" v="614" actId="20577"/>
          <ac:spMkLst>
            <pc:docMk/>
            <pc:sldMk cId="313863154" sldId="269"/>
            <ac:spMk id="2" creationId="{79756759-DE96-83A1-5130-69EA2984CB73}"/>
          </ac:spMkLst>
        </pc:spChg>
        <pc:spChg chg="mod">
          <ac:chgData name="Chittari Sindhu" userId="0c8affc701fa6010" providerId="LiveId" clId="{B7071F86-EF7E-4237-8596-90003A2195B6}" dt="2025-11-30T09:17:50.975" v="650" actId="20577"/>
          <ac:spMkLst>
            <pc:docMk/>
            <pc:sldMk cId="313863154" sldId="269"/>
            <ac:spMk id="4" creationId="{FFAE2B5A-1AC0-37C3-264B-C221253C985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00EA-ADB5-446A-8F0E-970122AC2EE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CE087FD-5410-4D7A-9467-400D1D7E9B0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6005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00EA-ADB5-446A-8F0E-970122AC2EE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87FD-5410-4D7A-9467-400D1D7E9B08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170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00EA-ADB5-446A-8F0E-970122AC2EE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87FD-5410-4D7A-9467-400D1D7E9B0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7149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00EA-ADB5-446A-8F0E-970122AC2EE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87FD-5410-4D7A-9467-400D1D7E9B08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9199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00EA-ADB5-446A-8F0E-970122AC2EE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87FD-5410-4D7A-9467-400D1D7E9B08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619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00EA-ADB5-446A-8F0E-970122AC2EE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87FD-5410-4D7A-9467-400D1D7E9B08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87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00EA-ADB5-446A-8F0E-970122AC2EE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87FD-5410-4D7A-9467-400D1D7E9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412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00EA-ADB5-446A-8F0E-970122AC2EE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87FD-5410-4D7A-9467-400D1D7E9B08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359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14900EA-ADB5-446A-8F0E-970122AC2EE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87FD-5410-4D7A-9467-400D1D7E9B08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685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00EA-ADB5-446A-8F0E-970122AC2EE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87FD-5410-4D7A-9467-400D1D7E9B08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0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00EA-ADB5-446A-8F0E-970122AC2EE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87FD-5410-4D7A-9467-400D1D7E9B0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404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900EA-ADB5-446A-8F0E-970122AC2EE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CE087FD-5410-4D7A-9467-400D1D7E9B08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889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1D4AF-B0E8-89EA-8214-9696DD431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0414" y="1337187"/>
            <a:ext cx="8734440" cy="1989609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Analytics Using Power BI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Data-Driven Approach to Retail Performance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DEE37-253D-025A-8A8D-BAF8F2701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4375355"/>
            <a:ext cx="9636568" cy="1376516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IN" dirty="0"/>
              <a:t>						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Vamshidhar reddy kallakuntla</a:t>
            </a:r>
          </a:p>
          <a:p>
            <a:pPr algn="ctr"/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ISM 6404 – Introduction to Business Analytics</a:t>
            </a:r>
          </a:p>
          <a:p>
            <a:pPr algn="ctr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Florida Atlantic University</a:t>
            </a:r>
          </a:p>
          <a:p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681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3F99B-07D3-6236-E48A-EB602349E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493520"/>
            <a:ext cx="9603275" cy="276286"/>
          </a:xfrm>
        </p:spPr>
        <p:txBody>
          <a:bodyPr>
            <a:normAutofit fontScale="90000"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One: Current Reality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D812D-95A2-EA85-6D7E-DC8C1D6E7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294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are we?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Sales: $2.30M</a:t>
            </a:r>
          </a:p>
          <a:p>
            <a:pPr>
              <a:buClr>
                <a:schemeClr val="tx1"/>
              </a:buCl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Profit: $286.40K</a:t>
            </a:r>
          </a:p>
          <a:p>
            <a:pPr>
              <a:buClr>
                <a:schemeClr val="tx1"/>
              </a:buCl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2014 → 2017 trend: steady sales growth</a:t>
            </a:r>
          </a:p>
          <a:p>
            <a:pPr>
              <a:buClr>
                <a:schemeClr val="tx1"/>
              </a:buCl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leads in Sales &amp; Profit (Dashboard: bar chart)</a:t>
            </a:r>
          </a:p>
          <a:p>
            <a:pPr>
              <a:buClr>
                <a:schemeClr val="tx1"/>
              </a:buCl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Furniture &amp; Office Supplies generate lower profit</a:t>
            </a:r>
          </a:p>
          <a:p>
            <a:pPr>
              <a:buClr>
                <a:schemeClr val="tx1"/>
              </a:buCl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region performs best → scalable model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What?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“Business is growing but profit margin (~12.3%) is constrained by heavy discounting, especially in Furniture category.”</a:t>
            </a:r>
          </a:p>
          <a:p>
            <a:pPr>
              <a:buClr>
                <a:schemeClr val="tx1"/>
              </a:buClr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CDE652-2582-8002-C91F-E2455E085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991" y="1963031"/>
            <a:ext cx="1379751" cy="8883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305B3E-4A3E-BB24-1678-6CA234C14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513" y="1963031"/>
            <a:ext cx="1379751" cy="8883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5B7BA8-B6DC-75BC-E192-D7EA07A3C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5206" y="1963031"/>
            <a:ext cx="2400576" cy="19266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11C8BE-5BF4-195D-F835-6A27D6965D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724" y="1963031"/>
            <a:ext cx="2074606" cy="192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931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9C184-8439-EC7A-2E65-DF24BA1E2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0BE6DCB-1350-03BB-9ADF-4A585181F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578" y="1906765"/>
            <a:ext cx="5153911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Technology drives highest profit in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West region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Excessive discounting &gt;15% reduces profit, especially in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Furniture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 region profitability is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~22% lower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than West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60B25DF-7FF6-AAC3-CA47-CCDF6F584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743652"/>
              </p:ext>
            </p:extLst>
          </p:nvPr>
        </p:nvGraphicFramePr>
        <p:xfrm>
          <a:off x="1543019" y="2645429"/>
          <a:ext cx="7001541" cy="1219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465861">
                  <a:extLst>
                    <a:ext uri="{9D8B030D-6E8A-4147-A177-3AD203B41FA5}">
                      <a16:colId xmlns:a16="http://schemas.microsoft.com/office/drawing/2014/main" val="4142125834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1486661274"/>
                    </a:ext>
                  </a:extLst>
                </a:gridCol>
              </a:tblGrid>
              <a:tr h="247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Canvas Component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1567303"/>
                  </a:ext>
                </a:extLst>
              </a:tr>
              <a:tr h="205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 profit advantage in 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Segments · Revenue Streams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921975"/>
                  </a:ext>
                </a:extLst>
              </a:tr>
              <a:tr h="247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Discount control improves profitability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 Proposition · Cost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928226"/>
                  </a:ext>
                </a:extLst>
              </a:tr>
              <a:tr h="247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Regional strategy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Channels · Key Activities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216835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D4BD124-FB28-AF19-7011-AD990AC74E48}"/>
              </a:ext>
            </a:extLst>
          </p:cNvPr>
          <p:cNvSpPr txBox="1"/>
          <p:nvPr/>
        </p:nvSpPr>
        <p:spPr>
          <a:xfrm>
            <a:off x="1451578" y="4001588"/>
            <a:ext cx="104864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Data Insight</a:t>
            </a:r>
            <a:b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“Sales growth is driven by Technology and strong regions like West, but aggressive discounting — mainly in Furniture — reduces profit. Implementing region-based pricing strategy and discount optimization can increase profitability.”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BA490C-D631-F94D-8B93-BB1FB3B5F7F9}"/>
              </a:ext>
            </a:extLst>
          </p:cNvPr>
          <p:cNvSpPr txBox="1"/>
          <p:nvPr/>
        </p:nvSpPr>
        <p:spPr>
          <a:xfrm>
            <a:off x="1451578" y="4692545"/>
            <a:ext cx="610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know?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77E6C17C-35B9-862B-2C02-7E42E71F8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524000"/>
            <a:ext cx="9603275" cy="838903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Two: Hidden Opportunity</a:t>
            </a:r>
            <a:endParaRPr lang="en-IN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C5E449-C4E6-8884-4A5F-C5F7797D7AF9}"/>
              </a:ext>
            </a:extLst>
          </p:cNvPr>
          <p:cNvSpPr txBox="1"/>
          <p:nvPr/>
        </p:nvSpPr>
        <p:spPr>
          <a:xfrm>
            <a:off x="1451578" y="4983392"/>
            <a:ext cx="61010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9,994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 chart shows discount ↑ → profit ↓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region retains profitability → scalable pricing strategy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19D4FA5-1DEA-1AB2-089D-408787F51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073783"/>
            <a:ext cx="2794000" cy="201705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F942EBD-C5FD-5E7A-1B51-599B47EBA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5573" y="4740252"/>
            <a:ext cx="1463040" cy="115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015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95350-4610-A980-26DA-BC8F0DA16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ADD40D56-3FC4-2257-2EBD-0CD6FD06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524000"/>
            <a:ext cx="9603275" cy="83890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THREE: THE PATH FORWARD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50D9F3A-D87F-23A8-DA47-0D45311A8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443342"/>
              </p:ext>
            </p:extLst>
          </p:nvPr>
        </p:nvGraphicFramePr>
        <p:xfrm>
          <a:off x="1522094" y="2621657"/>
          <a:ext cx="7235825" cy="2072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3263">
                  <a:extLst>
                    <a:ext uri="{9D8B030D-6E8A-4147-A177-3AD203B41FA5}">
                      <a16:colId xmlns:a16="http://schemas.microsoft.com/office/drawing/2014/main" val="2740242349"/>
                    </a:ext>
                  </a:extLst>
                </a:gridCol>
                <a:gridCol w="1830242">
                  <a:extLst>
                    <a:ext uri="{9D8B030D-6E8A-4147-A177-3AD203B41FA5}">
                      <a16:colId xmlns:a16="http://schemas.microsoft.com/office/drawing/2014/main" val="1548751975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663618398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1191487693"/>
                    </a:ext>
                  </a:extLst>
                </a:gridCol>
              </a:tblGrid>
              <a:tr h="228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Business 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Resources &amp;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1191758"/>
                  </a:ext>
                </a:extLst>
              </a:tr>
              <a:tr h="388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 Furniture discount to &lt;12%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+$18K profit/year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~$5K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823875"/>
                  </a:ext>
                </a:extLst>
              </a:tr>
              <a:tr h="548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Expand Technology-focused strategy to East &amp; Central regions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+$42K additional sales/year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~$10K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94366"/>
                  </a:ext>
                </a:extLst>
              </a:tr>
              <a:tr h="391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West region pricing model in Central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+$25K profit increase/year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~$7K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490392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05547ED0-B108-ACBB-96E9-7747AD51D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974" y="1999089"/>
            <a:ext cx="605726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do we do now?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Strategic &amp; SMART 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7C43D3-182D-3D6A-3AF7-4237B93A99BC}"/>
              </a:ext>
            </a:extLst>
          </p:cNvPr>
          <p:cNvSpPr txBox="1"/>
          <p:nvPr/>
        </p:nvSpPr>
        <p:spPr>
          <a:xfrm>
            <a:off x="1450974" y="4733835"/>
            <a:ext cx="61010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Estimated Gain: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~$85,000 annual improvement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Timeline: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Q1–Q2 2025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Profit margin ↑14%, discount loss ↓20%, Central region ROI ↑10%</a:t>
            </a:r>
          </a:p>
        </p:txBody>
      </p:sp>
    </p:spTree>
    <p:extLst>
      <p:ext uri="{BB962C8B-B14F-4D97-AF65-F5344CB8AC3E}">
        <p14:creationId xmlns:p14="http://schemas.microsoft.com/office/powerpoint/2010/main" val="1477396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09887-36EB-8089-2F3E-EB645AABB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B2B5298F-8F9D-5EA7-BE1A-65D7FA99F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524000"/>
            <a:ext cx="9603275" cy="838903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MODEL CANVAS MAPPING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F39A29F-DF6F-3032-FB89-63B1FD520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191306"/>
              </p:ext>
            </p:extLst>
          </p:nvPr>
        </p:nvGraphicFramePr>
        <p:xfrm>
          <a:off x="1451578" y="2082801"/>
          <a:ext cx="8261382" cy="272287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727149">
                  <a:extLst>
                    <a:ext uri="{9D8B030D-6E8A-4147-A177-3AD203B41FA5}">
                      <a16:colId xmlns:a16="http://schemas.microsoft.com/office/drawing/2014/main" val="3085883023"/>
                    </a:ext>
                  </a:extLst>
                </a:gridCol>
                <a:gridCol w="3534233">
                  <a:extLst>
                    <a:ext uri="{9D8B030D-6E8A-4147-A177-3AD203B41FA5}">
                      <a16:colId xmlns:a16="http://schemas.microsoft.com/office/drawing/2014/main" val="2845582246"/>
                    </a:ext>
                  </a:extLst>
                </a:gridCol>
              </a:tblGrid>
              <a:tr h="351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Strategic Insight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Business Model Canvas Component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501723"/>
                  </a:ext>
                </a:extLst>
              </a:tr>
              <a:tr h="351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drives highest profit in 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Segments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89143"/>
                  </a:ext>
                </a:extLst>
              </a:tr>
              <a:tr h="351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Discount reduction improves profitability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 Proposition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0078779"/>
                  </a:ext>
                </a:extLst>
              </a:tr>
              <a:tr h="351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West pricing model to Central 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Channels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06842"/>
                  </a:ext>
                </a:extLst>
              </a:tr>
              <a:tr h="351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 gain of ~$85K annually (projected)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 Streams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0722742"/>
                  </a:ext>
                </a:extLst>
              </a:tr>
              <a:tr h="351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Pricing strategy redesign &amp;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Activities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1868917"/>
                  </a:ext>
                </a:extLst>
              </a:tr>
              <a:tr h="614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Reducing discount dependency lowers cost 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018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7924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3B9B8-EC37-910D-B2F9-C4D96298F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47C50-4256-260C-2766-7529CED79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460481"/>
            <a:ext cx="9446058" cy="378151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to Action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DEDAE3-4BE9-540B-E195-DA0B43D0E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579" y="2227358"/>
            <a:ext cx="9531381" cy="889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drive profitability and strengthen market positioning, I recommend immediate implementation of pricing optimization and expansion strategy starting Q1 2025.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427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3774A-590D-2A57-FAD2-8691D9093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56759-DE96-83A1-5130-69EA2984C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460481"/>
            <a:ext cx="9446058" cy="378151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AE2B5A-1AC0-37C3-264B-C221253C9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579" y="2032701"/>
            <a:ext cx="9531381" cy="1750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elaborate on analysis methodology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explain dashboard interaction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justify business ROI &amp; feasibility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to discussing implementation roadmap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63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202C8-DEFB-C901-A2D5-092DAE64F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524FACB-6379-61E3-2A3F-8340FFCB2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9527" y="2875002"/>
            <a:ext cx="6217379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6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226050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239</TotalTime>
  <Words>472</Words>
  <Application>Microsoft Office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Gill Sans MT</vt:lpstr>
      <vt:lpstr>Times New Roman</vt:lpstr>
      <vt:lpstr>Gallery</vt:lpstr>
      <vt:lpstr>Business Analytics Using Power BI A Data-Driven Approach to Retail Performance</vt:lpstr>
      <vt:lpstr>Act One: Current Reality</vt:lpstr>
      <vt:lpstr>Act Two: Hidden Opportunity</vt:lpstr>
      <vt:lpstr>ACT THREE: THE PATH FORWARD</vt:lpstr>
      <vt:lpstr>BUSINESS MODEL CANVAS MAPPING</vt:lpstr>
      <vt:lpstr>Call to Action</vt:lpstr>
      <vt:lpstr>Q&amp;A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Chittari Sindhu</dc:creator>
  <cp:lastModifiedBy>Chittari Sindhu</cp:lastModifiedBy>
  <cp:revision>1</cp:revision>
  <dcterms:created xsi:type="dcterms:W3CDTF">2025-11-28T16:35:51Z</dcterms:created>
  <dcterms:modified xsi:type="dcterms:W3CDTF">2025-11-30T09:17:57Z</dcterms:modified>
</cp:coreProperties>
</file>